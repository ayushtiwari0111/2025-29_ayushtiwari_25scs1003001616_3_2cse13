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1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1828800"/>
            <a:ext cx="4572000" cy="457200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3" name="Shape 1"/>
          <p:cNvSpPr/>
          <p:nvPr/>
        </p:nvSpPr>
        <p:spPr>
          <a:xfrm>
            <a:off x="11002975" y="5029200"/>
            <a:ext cx="2926080" cy="292608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one-month virtual internship at CodSoft, applying core AI and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machine-learning techniques across three hands-on projects.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3200400" cy="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3891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Tiwari
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No.: 25SCS1003001616   |   Section: 1CSE13
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Knowledge Park 2, Greater Noida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0" y="539496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27306B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43800" y="5504688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b="1" spc="1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DETAILS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Artificial Intelligence   •   Organization: CodSoft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78308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Organization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4414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44144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Overview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0998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09981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Completed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7581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758184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Used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17920" y="17830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F6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178308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Chatbot with Rule-Based Responses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24414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F6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244144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Image Captioning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17920" y="30998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F6F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17920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720840" y="309981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Recommendation System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17920" y="37581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4F6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1792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720840" y="3758184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 •  Artificial Intelligence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INTERNSHIP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Offer Letter</a:t>
            </a:r>
            <a:endParaRPr lang="en-US" sz="3000" dirty="0"/>
          </a:p>
        </p:txBody>
      </p:sp>
      <p:pic>
        <p:nvPicPr>
          <p:cNvPr id="4" name="Image 0" descr="/home/claude/offer_letter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5888" y="1508760"/>
            <a:ext cx="4846320" cy="5074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 •  Artificial Intelligence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ORGANIZATION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CodSoft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is a tech education and software development platform that helps aspiring developers turn theoretical knowledge into practical, hands-on skills.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971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icons/laptop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3099816"/>
            <a:ext cx="246888" cy="24688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36576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Internships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2519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 internships across domains like AI, web development, and Java.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34840" y="269748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F4F6FC"/>
          </a:solidFill>
          <a:ln/>
        </p:spPr>
      </p:sp>
      <p:sp>
        <p:nvSpPr>
          <p:cNvPr id="11" name="Shape 8"/>
          <p:cNvSpPr/>
          <p:nvPr/>
        </p:nvSpPr>
        <p:spPr>
          <a:xfrm>
            <a:off x="4709160" y="2971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icons/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3099816"/>
            <a:ext cx="246888" cy="2468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709160" y="36576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Career Tools</a:t>
            </a:r>
            <a:endParaRPr lang="en-US" sz="1550" dirty="0"/>
          </a:p>
        </p:txBody>
      </p:sp>
      <p:sp>
        <p:nvSpPr>
          <p:cNvPr id="14" name="Text 10"/>
          <p:cNvSpPr txBox="1"/>
          <p:nvPr/>
        </p:nvSpPr>
        <p:spPr>
          <a:xfrm>
            <a:off x="4709160" y="42519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builder, ATS checker, interview coach, and CodSoftAI mentor.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229600" y="269748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F4F6FC"/>
          </a:solidFill>
          <a:ln/>
        </p:spPr>
      </p:sp>
      <p:sp>
        <p:nvSpPr>
          <p:cNvPr id="16" name="Shape 12"/>
          <p:cNvSpPr/>
          <p:nvPr/>
        </p:nvSpPr>
        <p:spPr>
          <a:xfrm>
            <a:off x="8503920" y="2971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icons/chartLine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3099816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503920" y="36576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Project-Based Learning</a:t>
            </a:r>
            <a:endParaRPr lang="en-US" sz="1550" dirty="0"/>
          </a:p>
        </p:txBody>
      </p:sp>
      <p:sp>
        <p:nvSpPr>
          <p:cNvPr id="19" name="Text 14"/>
          <p:cNvSpPr txBox="1"/>
          <p:nvPr/>
        </p:nvSpPr>
        <p:spPr>
          <a:xfrm>
            <a:off x="8503920" y="42519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Curriculums built around real, buildable projects rather than theory alone.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 •  Artificial Intelligence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3000" dirty="0"/>
          </a:p>
        </p:txBody>
      </p:sp>
      <p:pic>
        <p:nvPicPr>
          <p:cNvPr id="4" name="Image 0" descr="/home/claude/icons/userT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72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329184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Tiwari</a:t>
            </a:r>
            <a:endParaRPr lang="en-US" sz="1300" dirty="0"/>
          </a:p>
        </p:txBody>
      </p:sp>
      <p:pic>
        <p:nvPicPr>
          <p:cNvPr id="7" name="Image 1" descr="/home/claude/icons/listRu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84832"/>
            <a:ext cx="292608" cy="2926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97280" y="20665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/ Section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3291840" y="206654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25SCS1003001616  •  1CSE13</a:t>
            </a:r>
            <a:endParaRPr lang="en-US" sz="1300" dirty="0"/>
          </a:p>
        </p:txBody>
      </p:sp>
      <p:pic>
        <p:nvPicPr>
          <p:cNvPr id="10" name="Image 2" descr="/home/claude/icons/build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96896"/>
            <a:ext cx="292608" cy="2926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97280" y="25786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3291840" y="25786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</a:t>
            </a:r>
            <a:endParaRPr lang="en-US" sz="1300" dirty="0"/>
          </a:p>
        </p:txBody>
      </p:sp>
      <p:pic>
        <p:nvPicPr>
          <p:cNvPr id="13" name="Image 3" descr="/home/claude/icons/briefc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08960"/>
            <a:ext cx="292608" cy="29260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97280" y="30906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3291840" y="30906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Intern</a:t>
            </a:r>
            <a:endParaRPr lang="en-US" sz="1300" dirty="0"/>
          </a:p>
        </p:txBody>
      </p:sp>
      <p:pic>
        <p:nvPicPr>
          <p:cNvPr id="16" name="Image 4" descr="/home/claude/icons/calend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21024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97280" y="360273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3291840" y="36027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 (05 Aug 2026 – 05 Sept 2026)</a:t>
            </a:r>
            <a:endParaRPr lang="en-US" sz="1300" dirty="0"/>
          </a:p>
        </p:txBody>
      </p:sp>
      <p:pic>
        <p:nvPicPr>
          <p:cNvPr id="19" name="Image 5" descr="/home/claude/icons/lapto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133088"/>
            <a:ext cx="292608" cy="2926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9728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300" dirty="0"/>
          </a:p>
        </p:txBody>
      </p:sp>
      <p:sp>
        <p:nvSpPr>
          <p:cNvPr id="21" name="Text 13"/>
          <p:cNvSpPr txBox="1"/>
          <p:nvPr/>
        </p:nvSpPr>
        <p:spPr>
          <a:xfrm>
            <a:off x="3291840" y="4114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/ Remote</a:t>
            </a:r>
            <a:endParaRPr lang="en-US" sz="1300" dirty="0"/>
          </a:p>
        </p:txBody>
      </p:sp>
      <p:pic>
        <p:nvPicPr>
          <p:cNvPr id="22" name="Image 6" descr="/home/claude/icons/userTi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645152"/>
            <a:ext cx="292608" cy="292608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1097280" y="46268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Manager</a:t>
            </a:r>
            <a:endParaRPr lang="en-US" sz="1300" dirty="0"/>
          </a:p>
        </p:txBody>
      </p:sp>
      <p:sp>
        <p:nvSpPr>
          <p:cNvPr id="24" name="Text 15"/>
          <p:cNvSpPr txBox="1"/>
          <p:nvPr/>
        </p:nvSpPr>
        <p:spPr>
          <a:xfrm>
            <a:off x="3291840" y="462686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Ruman Arshad</a:t>
            </a:r>
            <a:endParaRPr lang="en-US" sz="1300" dirty="0"/>
          </a:p>
        </p:txBody>
      </p:sp>
      <p:sp>
        <p:nvSpPr>
          <p:cNvPr id="25" name="Shape 16"/>
          <p:cNvSpPr/>
          <p:nvPr/>
        </p:nvSpPr>
        <p:spPr>
          <a:xfrm>
            <a:off x="8503920" y="1645920"/>
            <a:ext cx="3017520" cy="2514600"/>
          </a:xfrm>
          <a:prstGeom prst="roundRect">
            <a:avLst>
              <a:gd name="adj" fmla="val 2182"/>
            </a:avLst>
          </a:prstGeom>
          <a:solidFill>
            <a:srgbClr val="1E2761"/>
          </a:solidFill>
          <a:ln/>
        </p:spPr>
      </p:sp>
      <p:pic>
        <p:nvPicPr>
          <p:cNvPr id="26" name="Image 7" descr="/home/claude/icons/lightbul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32520" y="1828800"/>
            <a:ext cx="365760" cy="36576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9189720" y="1828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INTERNSHIP</a:t>
            </a:r>
            <a:endParaRPr lang="en-US" sz="1100" dirty="0"/>
          </a:p>
        </p:txBody>
      </p:sp>
      <p:sp>
        <p:nvSpPr>
          <p:cNvPr id="28" name="Text 18"/>
          <p:cNvSpPr txBox="1"/>
          <p:nvPr/>
        </p:nvSpPr>
        <p:spPr>
          <a:xfrm>
            <a:off x="8732520" y="233172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me hands-on practice in AI — building, training, and evaluating real models across three focused projects.</a:t>
            </a:r>
            <a:endParaRPr lang="en-US" sz="1250" dirty="0"/>
          </a:p>
        </p:txBody>
      </p:sp>
      <p:sp>
        <p:nvSpPr>
          <p:cNvPr id="29" name="Text 19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 •  Artificial Intelligence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Tasks Completed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3749040"/>
          </a:xfrm>
          <a:prstGeom prst="roundRect">
            <a:avLst>
              <a:gd name="adj" fmla="val 1558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157984"/>
            <a:ext cx="301752" cy="301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017520" y="2121408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017520" y="212140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7889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 with Rule-Based Responses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84048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 agent that uses pattern matching to answer user queries.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34840" y="1691640"/>
            <a:ext cx="3520440" cy="3749040"/>
          </a:xfrm>
          <a:prstGeom prst="roundRect">
            <a:avLst>
              <a:gd name="adj" fmla="val 1558"/>
            </a:avLst>
          </a:prstGeom>
          <a:solidFill>
            <a:srgbClr val="F4F6FC"/>
          </a:solidFill>
          <a:ln/>
        </p:spPr>
      </p:sp>
      <p:sp>
        <p:nvSpPr>
          <p:cNvPr id="12" name="Shape 9"/>
          <p:cNvSpPr/>
          <p:nvPr/>
        </p:nvSpPr>
        <p:spPr>
          <a:xfrm>
            <a:off x="4709160" y="20116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icons/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2157984"/>
            <a:ext cx="301752" cy="30175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812280" y="2121408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812280" y="212140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4709160" y="27889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Captioning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4709160" y="384048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 CNN vision model with an RNN/transformer to generate captions for images.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229600" y="1691640"/>
            <a:ext cx="3520440" cy="3749040"/>
          </a:xfrm>
          <a:prstGeom prst="roundRect">
            <a:avLst>
              <a:gd name="adj" fmla="val 1558"/>
            </a:avLst>
          </a:prstGeom>
          <a:solidFill>
            <a:srgbClr val="F4F6FC"/>
          </a:solidFill>
          <a:ln/>
        </p:spPr>
      </p:sp>
      <p:sp>
        <p:nvSpPr>
          <p:cNvPr id="19" name="Shape 15"/>
          <p:cNvSpPr/>
          <p:nvPr/>
        </p:nvSpPr>
        <p:spPr>
          <a:xfrm>
            <a:off x="8503920" y="20116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/home/claude/icons/fil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2157984"/>
            <a:ext cx="301752" cy="30175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0607040" y="2121408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10607040" y="212140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8503920" y="27889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System</a:t>
            </a:r>
            <a:endParaRPr lang="en-US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8503920" y="384048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movies to users using collaborative and content-based filtering.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 •  Artificial Intelligence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1691640"/>
          </a:xfrm>
          <a:prstGeom prst="roundRect">
            <a:avLst>
              <a:gd name="adj" fmla="val 3243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6" name="Image 0" descr="/home/claude/icons/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11226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94767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517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all three projects.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34840" y="1783080"/>
            <a:ext cx="3520440" cy="1691640"/>
          </a:xfrm>
          <a:prstGeom prst="roundRect">
            <a:avLst>
              <a:gd name="adj" fmla="val 3243"/>
            </a:avLst>
          </a:prstGeom>
          <a:solidFill>
            <a:srgbClr val="F4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4663440" y="2011680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1" name="Image 1" descr="/home/claude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11226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57800" y="194767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Matching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26517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&amp; regex rules for the chatbot.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29600" y="1783080"/>
            <a:ext cx="3520440" cy="1691640"/>
          </a:xfrm>
          <a:prstGeom prst="roundRect">
            <a:avLst>
              <a:gd name="adj" fmla="val 3243"/>
            </a:avLst>
          </a:prstGeom>
          <a:solidFill>
            <a:srgbClr val="F4F6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2011680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6" name="Image 2" descr="/home/claude/icons/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211226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52560" y="194767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(VGG16/ResNet)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458200" y="26517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image features for captioning.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703320"/>
            <a:ext cx="3520440" cy="1691640"/>
          </a:xfrm>
          <a:prstGeom prst="roundRect">
            <a:avLst>
              <a:gd name="adj" fmla="val 3243"/>
            </a:avLst>
          </a:prstGeom>
          <a:solidFill>
            <a:srgbClr val="F4F6FC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3931920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21" name="Image 3" descr="/home/claude/icons/netwo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03250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63040" y="38679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 / LSTM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68680" y="4572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captions word by word.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434840" y="3703320"/>
            <a:ext cx="3520440" cy="1691640"/>
          </a:xfrm>
          <a:prstGeom prst="roundRect">
            <a:avLst>
              <a:gd name="adj" fmla="val 3243"/>
            </a:avLst>
          </a:prstGeom>
          <a:solidFill>
            <a:srgbClr val="F4F6FC"/>
          </a:solidFill>
          <a:ln/>
        </p:spPr>
      </p:sp>
      <p:sp>
        <p:nvSpPr>
          <p:cNvPr id="25" name="Shape 19"/>
          <p:cNvSpPr/>
          <p:nvPr/>
        </p:nvSpPr>
        <p:spPr>
          <a:xfrm>
            <a:off x="4663440" y="3931920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26" name="Image 4" descr="/home/claude/icons/cog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024" y="403250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57800" y="38679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Keras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663440" y="4572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and trains the neural network models.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229600" y="3703320"/>
            <a:ext cx="3520440" cy="1691640"/>
          </a:xfrm>
          <a:prstGeom prst="roundRect">
            <a:avLst>
              <a:gd name="adj" fmla="val 3243"/>
            </a:avLst>
          </a:prstGeom>
          <a:solidFill>
            <a:srgbClr val="F4F6FC"/>
          </a:solidFill>
          <a:ln/>
        </p:spPr>
      </p:sp>
      <p:sp>
        <p:nvSpPr>
          <p:cNvPr id="30" name="Shape 23"/>
          <p:cNvSpPr/>
          <p:nvPr/>
        </p:nvSpPr>
        <p:spPr>
          <a:xfrm>
            <a:off x="8458200" y="3931920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31" name="Image 5" descr="/home/claude/icons/chartLin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8784" y="403250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52560" y="38679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8458200" y="4572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metrics for recommendations.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 •  Artificial Intelligence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1828800"/>
            <a:ext cx="4572000" cy="457200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3" name="Shape 1"/>
          <p:cNvSpPr/>
          <p:nvPr/>
        </p:nvSpPr>
        <p:spPr>
          <a:xfrm>
            <a:off x="11002975" y="5029200"/>
            <a:ext cx="2926080" cy="292608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GOAL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7830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chatbot that answers common user questions using rule-based logic.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487168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4414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pattern matching and keyword detection to identify user intent.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145536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09981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greetings, small talk, and topic-specific queries with if-else rules.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803904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75818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graceful fallback response for unrecognized inputs.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462272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462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441655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 interactive command-line loop so the user can chat continuously.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 •  Artificial Intelligence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HOW IT WAS BUILT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&amp;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3566160"/>
          </a:xfrm>
          <a:prstGeom prst="roundRect">
            <a:avLst>
              <a:gd name="adj" fmla="val 1558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6" name="Image 0" descr="/home/claude/icons/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185416"/>
            <a:ext cx="246888" cy="2468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27432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33756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used to write the rule engine and manage the conversation loop.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34840" y="1783080"/>
            <a:ext cx="3520440" cy="3566160"/>
          </a:xfrm>
          <a:prstGeom prst="roundRect">
            <a:avLst>
              <a:gd name="adj" fmla="val 1558"/>
            </a:avLst>
          </a:prstGeom>
          <a:solidFill>
            <a:srgbClr val="F4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4709160" y="205740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1" name="Image 1" descr="/home/claude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218541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09160" y="27432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Matching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333756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and regex-based pattern matching used to classify user intent before selecting a response.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0" y="1783080"/>
            <a:ext cx="3520440" cy="3566160"/>
          </a:xfrm>
          <a:prstGeom prst="roundRect">
            <a:avLst>
              <a:gd name="adj" fmla="val 1558"/>
            </a:avLst>
          </a:prstGeom>
          <a:solidFill>
            <a:srgbClr val="F4F6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503920" y="205740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6" name="Image 2" descr="/home/claude/icons/listRul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2185416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503920" y="27432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Rules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503920" y="333756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set of if-else / dictionary-based rules maps intents to friendly, context-aware replies.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 •  Artificial Intelligence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1828800"/>
            <a:ext cx="4572000" cy="457200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3" name="Shape 1"/>
          <p:cNvSpPr/>
          <p:nvPr/>
        </p:nvSpPr>
        <p:spPr>
          <a:xfrm>
            <a:off x="11002975" y="5029200"/>
            <a:ext cx="2926080" cy="292608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HOW IT WORKS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Flow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2411730" cy="2011680"/>
          </a:xfrm>
          <a:prstGeom prst="roundRect">
            <a:avLst>
              <a:gd name="adj" fmla="val 2727"/>
            </a:avLst>
          </a:prstGeom>
          <a:solidFill>
            <a:srgbClr val="27306B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89913" y="2633472"/>
            <a:ext cx="512064" cy="51206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589913" y="2633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46120"/>
            <a:ext cx="2137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703320"/>
            <a:ext cx="21374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a message</a:t>
            </a:r>
            <a:endParaRPr lang="en-US" sz="1000" dirty="0"/>
          </a:p>
        </p:txBody>
      </p:sp>
      <p:pic>
        <p:nvPicPr>
          <p:cNvPr id="11" name="Image 0" descr="/home/claude/icons/arrow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0390" y="3246120"/>
            <a:ext cx="274320" cy="2743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463290" y="2377440"/>
            <a:ext cx="2411730" cy="2011680"/>
          </a:xfrm>
          <a:prstGeom prst="roundRect">
            <a:avLst>
              <a:gd name="adj" fmla="val 2727"/>
            </a:avLst>
          </a:prstGeom>
          <a:solidFill>
            <a:srgbClr val="27306B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13123" y="2633472"/>
            <a:ext cx="512064" cy="51206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413123" y="2633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600450" y="3246120"/>
            <a:ext cx="2137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3600450" y="3703320"/>
            <a:ext cx="21374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Keywords/regex scanned</a:t>
            </a:r>
            <a:endParaRPr lang="en-US" sz="1000" dirty="0"/>
          </a:p>
        </p:txBody>
      </p:sp>
      <p:pic>
        <p:nvPicPr>
          <p:cNvPr id="17" name="Image 1" descr="/home/claude/icons/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246120"/>
            <a:ext cx="274320" cy="27432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286500" y="2377440"/>
            <a:ext cx="2411730" cy="2011680"/>
          </a:xfrm>
          <a:prstGeom prst="roundRect">
            <a:avLst>
              <a:gd name="adj" fmla="val 2727"/>
            </a:avLst>
          </a:prstGeom>
          <a:solidFill>
            <a:srgbClr val="27306B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236333" y="2633472"/>
            <a:ext cx="512064" cy="51206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236333" y="2633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6423660" y="3246120"/>
            <a:ext cx="2137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Lookup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6423660" y="3703320"/>
            <a:ext cx="21374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rule selected</a:t>
            </a:r>
            <a:endParaRPr lang="en-US" sz="1000" dirty="0"/>
          </a:p>
        </p:txBody>
      </p:sp>
      <p:pic>
        <p:nvPicPr>
          <p:cNvPr id="23" name="Image 2" descr="/home/claude/icons/arrow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6810" y="3246120"/>
            <a:ext cx="274320" cy="27432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9109710" y="2377440"/>
            <a:ext cx="2411730" cy="2011680"/>
          </a:xfrm>
          <a:prstGeom prst="roundRect">
            <a:avLst>
              <a:gd name="adj" fmla="val 2727"/>
            </a:avLst>
          </a:prstGeom>
          <a:solidFill>
            <a:srgbClr val="27306B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0059543" y="2633472"/>
            <a:ext cx="512064" cy="51206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10059543" y="2633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9246870" y="3246120"/>
            <a:ext cx="2137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50" dirty="0"/>
          </a:p>
        </p:txBody>
      </p:sp>
      <p:sp>
        <p:nvSpPr>
          <p:cNvPr id="28" name="Text 23"/>
          <p:cNvSpPr txBox="1"/>
          <p:nvPr/>
        </p:nvSpPr>
        <p:spPr>
          <a:xfrm>
            <a:off x="9246870" y="3703320"/>
            <a:ext cx="21374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shown, loop continues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640080" y="4709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runs start to finish for every new input, producing one result per pass.</a:t>
            </a:r>
            <a:endParaRPr lang="en-US" sz="1250" dirty="0"/>
          </a:p>
        </p:txBody>
      </p:sp>
      <p:sp>
        <p:nvSpPr>
          <p:cNvPr id="30" name="Text 2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 •  Artificial Intelligence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1828800"/>
            <a:ext cx="4572000" cy="457200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3" name="Shape 1"/>
          <p:cNvSpPr/>
          <p:nvPr/>
        </p:nvSpPr>
        <p:spPr>
          <a:xfrm>
            <a:off x="11002975" y="5029200"/>
            <a:ext cx="2926080" cy="292608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DEMO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Run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881360" cy="4206240"/>
          </a:xfrm>
          <a:prstGeom prst="roundRect">
            <a:avLst>
              <a:gd name="adj" fmla="val 870"/>
            </a:avLst>
          </a:prstGeom>
          <a:solidFill>
            <a:srgbClr val="12172E"/>
          </a:solidFill>
          <a:ln w="12700">
            <a:solidFill>
              <a:srgbClr val="2730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011680"/>
            <a:ext cx="10332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FC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You: hello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FC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Bot: Hi there! How can I help you today?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FC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You: what is your name?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FC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Bot: I'm CodBot, a simple rule-based assistant.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FC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You: can you tell me a joke?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FC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Bot: Why do programmers prefer dark mode? Because light attracts bugs!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FC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You: bye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FC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Bot: Goodbye! Have a great day.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 •  Artificial Intelligence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1828800"/>
            <a:ext cx="4572000" cy="457200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3" name="Shape 1"/>
          <p:cNvSpPr/>
          <p:nvPr/>
        </p:nvSpPr>
        <p:spPr>
          <a:xfrm>
            <a:off x="11002975" y="5029200"/>
            <a:ext cx="2926080" cy="292608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GOAL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7830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computer vision and NLP to describe the content of an image in words.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487168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4414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pre-trained CNN (VGG16 / ResNet) to extract visual feature vectors.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145536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09981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those features into an RNN/LSTM (or transformer) to generate captions.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803904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75818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decoder on an image–caption dataset so it learns natural phrasing.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462272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462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441655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generated captions for relevance and fluency against sample images.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 •  Artificial Intelligence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HOW IT WAS BUILT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&amp;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3566160"/>
          </a:xfrm>
          <a:prstGeom prst="roundRect">
            <a:avLst>
              <a:gd name="adj" fmla="val 1558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6" name="Image 0" descr="/home/claude/icons/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185416"/>
            <a:ext cx="246888" cy="2468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27432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Encoder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33756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pre-trained VGG16/ResNet (Keras) extracts a feature vector representing the image's visual content.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34840" y="1783080"/>
            <a:ext cx="3520440" cy="3566160"/>
          </a:xfrm>
          <a:prstGeom prst="roundRect">
            <a:avLst>
              <a:gd name="adj" fmla="val 1558"/>
            </a:avLst>
          </a:prstGeom>
          <a:solidFill>
            <a:srgbClr val="F4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4709160" y="205740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1" name="Image 1" descr="/home/claude/icons/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218541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09160" y="27432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RNN/LSTM Decoder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333756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vector seeds a sequence model that generates the caption one word at a time.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0" y="1783080"/>
            <a:ext cx="3520440" cy="3566160"/>
          </a:xfrm>
          <a:prstGeom prst="roundRect">
            <a:avLst>
              <a:gd name="adj" fmla="val 1558"/>
            </a:avLst>
          </a:prstGeom>
          <a:solidFill>
            <a:srgbClr val="F4F6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503920" y="205740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6" name="Image 2" descr="/home/claude/icons/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2185416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503920" y="27432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Keras &amp; scikit-learn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503920" y="333756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model building, tokenizing captions, and preparing the training/validation splits.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 •  Artificial Intelligence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1828800"/>
            <a:ext cx="4572000" cy="457200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3" name="Shape 1"/>
          <p:cNvSpPr/>
          <p:nvPr/>
        </p:nvSpPr>
        <p:spPr>
          <a:xfrm>
            <a:off x="11002975" y="5029200"/>
            <a:ext cx="2926080" cy="292608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HOW IT WORKS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Flow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2411730" cy="2011680"/>
          </a:xfrm>
          <a:prstGeom prst="roundRect">
            <a:avLst>
              <a:gd name="adj" fmla="val 2727"/>
            </a:avLst>
          </a:prstGeom>
          <a:solidFill>
            <a:srgbClr val="27306B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89913" y="2633472"/>
            <a:ext cx="512064" cy="51206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589913" y="2633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46120"/>
            <a:ext cx="2137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703320"/>
            <a:ext cx="21374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is loaded</a:t>
            </a:r>
            <a:endParaRPr lang="en-US" sz="1000" dirty="0"/>
          </a:p>
        </p:txBody>
      </p:sp>
      <p:pic>
        <p:nvPicPr>
          <p:cNvPr id="11" name="Image 0" descr="/home/claude/icons/arrow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0390" y="3246120"/>
            <a:ext cx="274320" cy="2743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463290" y="2377440"/>
            <a:ext cx="2411730" cy="2011680"/>
          </a:xfrm>
          <a:prstGeom prst="roundRect">
            <a:avLst>
              <a:gd name="adj" fmla="val 2727"/>
            </a:avLst>
          </a:prstGeom>
          <a:solidFill>
            <a:srgbClr val="27306B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13123" y="2633472"/>
            <a:ext cx="512064" cy="51206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413123" y="2633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600450" y="3246120"/>
            <a:ext cx="2137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Encoder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3600450" y="3703320"/>
            <a:ext cx="21374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feature vector</a:t>
            </a:r>
            <a:endParaRPr lang="en-US" sz="1000" dirty="0"/>
          </a:p>
        </p:txBody>
      </p:sp>
      <p:pic>
        <p:nvPicPr>
          <p:cNvPr id="17" name="Image 1" descr="/home/claude/icons/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246120"/>
            <a:ext cx="274320" cy="27432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286500" y="2377440"/>
            <a:ext cx="2411730" cy="2011680"/>
          </a:xfrm>
          <a:prstGeom prst="roundRect">
            <a:avLst>
              <a:gd name="adj" fmla="val 2727"/>
            </a:avLst>
          </a:prstGeom>
          <a:solidFill>
            <a:srgbClr val="27306B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236333" y="2633472"/>
            <a:ext cx="512064" cy="51206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236333" y="2633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6423660" y="3246120"/>
            <a:ext cx="2137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RNN/LSTM Decoder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6423660" y="3703320"/>
            <a:ext cx="21374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word sequence</a:t>
            </a:r>
            <a:endParaRPr lang="en-US" sz="1000" dirty="0"/>
          </a:p>
        </p:txBody>
      </p:sp>
      <p:pic>
        <p:nvPicPr>
          <p:cNvPr id="23" name="Image 2" descr="/home/claude/icons/arrow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6810" y="3246120"/>
            <a:ext cx="274320" cy="27432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9109710" y="2377440"/>
            <a:ext cx="2411730" cy="2011680"/>
          </a:xfrm>
          <a:prstGeom prst="roundRect">
            <a:avLst>
              <a:gd name="adj" fmla="val 2727"/>
            </a:avLst>
          </a:prstGeom>
          <a:solidFill>
            <a:srgbClr val="27306B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0059543" y="2633472"/>
            <a:ext cx="512064" cy="51206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10059543" y="2633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9246870" y="3246120"/>
            <a:ext cx="2137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</a:t>
            </a:r>
            <a:endParaRPr lang="en-US" sz="1250" dirty="0"/>
          </a:p>
        </p:txBody>
      </p:sp>
      <p:sp>
        <p:nvSpPr>
          <p:cNvPr id="28" name="Text 23"/>
          <p:cNvSpPr txBox="1"/>
          <p:nvPr/>
        </p:nvSpPr>
        <p:spPr>
          <a:xfrm>
            <a:off x="9246870" y="3703320"/>
            <a:ext cx="21374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sentence returned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640080" y="4709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runs start to finish for every new input, producing one result per pass.</a:t>
            </a:r>
            <a:endParaRPr lang="en-US" sz="1250" dirty="0"/>
          </a:p>
        </p:txBody>
      </p:sp>
      <p:sp>
        <p:nvSpPr>
          <p:cNvPr id="30" name="Text 2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 •  Artificial Intelligence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1828800"/>
            <a:ext cx="4572000" cy="457200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3" name="Shape 1"/>
          <p:cNvSpPr/>
          <p:nvPr/>
        </p:nvSpPr>
        <p:spPr>
          <a:xfrm>
            <a:off x="11002975" y="5029200"/>
            <a:ext cx="2926080" cy="292608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DEMO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Output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4206240" cy="3291840"/>
          </a:xfrm>
          <a:prstGeom prst="roundRect">
            <a:avLst>
              <a:gd name="adj" fmla="val 1389"/>
            </a:avLst>
          </a:prstGeom>
          <a:solidFill>
            <a:srgbClr val="27306B"/>
          </a:solidFill>
          <a:ln/>
        </p:spPr>
      </p:sp>
      <p:pic>
        <p:nvPicPr>
          <p:cNvPr id="7" name="Image 0" descr="/home/claude/icons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2926080"/>
            <a:ext cx="822960" cy="8229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931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 image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212080" y="2651760"/>
            <a:ext cx="6309360" cy="1645920"/>
          </a:xfrm>
          <a:prstGeom prst="roundRect">
            <a:avLst>
              <a:gd name="adj" fmla="val 3333"/>
            </a:avLst>
          </a:prstGeom>
          <a:solidFill>
            <a:srgbClr val="12172E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0" y="288036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FC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 caption: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FC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 dog running through a grassy field"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 •  Artificial Intelligence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GOAL &amp;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280160"/>
          </a:xfrm>
          <a:prstGeom prst="roundRect">
            <a:avLst>
              <a:gd name="adj" fmla="val 4286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system that suggests movies to a user based on their past preferences, using similarity between users or between items.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3520440" cy="2514600"/>
          </a:xfrm>
          <a:prstGeom prst="roundRect">
            <a:avLst>
              <a:gd name="adj" fmla="val 2182"/>
            </a:avLst>
          </a:prstGeom>
          <a:solidFill>
            <a:srgbClr val="F4F6F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474720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8" name="Image 0" descr="/home/claude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3584448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40233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Collaborative Filtering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5262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users with similar rating patterns and recommends what they liked.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34840" y="3200400"/>
            <a:ext cx="3520440" cy="2514600"/>
          </a:xfrm>
          <a:prstGeom prst="roundRect">
            <a:avLst>
              <a:gd name="adj" fmla="val 2182"/>
            </a:avLst>
          </a:prstGeom>
          <a:solidFill>
            <a:srgbClr val="F4F6FC"/>
          </a:solidFill>
          <a:ln/>
        </p:spPr>
      </p:sp>
      <p:sp>
        <p:nvSpPr>
          <p:cNvPr id="12" name="Shape 9"/>
          <p:cNvSpPr/>
          <p:nvPr/>
        </p:nvSpPr>
        <p:spPr>
          <a:xfrm>
            <a:off x="4709160" y="3474720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3" name="Image 1" descr="/home/claude/icons/ta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358444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709160" y="40233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Content-Based Filtering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709160" y="45262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items similar in genre/features to ones the user already rated highly.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229600" y="3200400"/>
            <a:ext cx="3520440" cy="2514600"/>
          </a:xfrm>
          <a:prstGeom prst="roundRect">
            <a:avLst>
              <a:gd name="adj" fmla="val 2182"/>
            </a:avLst>
          </a:prstGeom>
          <a:solidFill>
            <a:srgbClr val="F4F6FC"/>
          </a:solidFill>
          <a:ln/>
        </p:spPr>
      </p:sp>
      <p:sp>
        <p:nvSpPr>
          <p:cNvPr id="17" name="Shape 13"/>
          <p:cNvSpPr/>
          <p:nvPr/>
        </p:nvSpPr>
        <p:spPr>
          <a:xfrm>
            <a:off x="8503920" y="3474720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8" name="Image 2" descr="/home/claude/icons/chart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358444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503920" y="40233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503920" y="45262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and nearest-neighbor techniques rank candidate recommendations.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 •  Artificial Intelligence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1828800"/>
            <a:ext cx="4572000" cy="457200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3" name="Shape 1"/>
          <p:cNvSpPr/>
          <p:nvPr/>
        </p:nvSpPr>
        <p:spPr>
          <a:xfrm>
            <a:off x="11002975" y="5029200"/>
            <a:ext cx="2926080" cy="292608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HOW IT WORKS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Flow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2411730" cy="2011680"/>
          </a:xfrm>
          <a:prstGeom prst="roundRect">
            <a:avLst>
              <a:gd name="adj" fmla="val 2727"/>
            </a:avLst>
          </a:prstGeom>
          <a:solidFill>
            <a:srgbClr val="27306B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89913" y="2633472"/>
            <a:ext cx="512064" cy="51206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589913" y="2633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46120"/>
            <a:ext cx="2137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Ratings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703320"/>
            <a:ext cx="21374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preferences collected</a:t>
            </a:r>
            <a:endParaRPr lang="en-US" sz="1000" dirty="0"/>
          </a:p>
        </p:txBody>
      </p:sp>
      <p:pic>
        <p:nvPicPr>
          <p:cNvPr id="11" name="Image 0" descr="/home/claude/icons/arrow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0390" y="3246120"/>
            <a:ext cx="274320" cy="2743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463290" y="2377440"/>
            <a:ext cx="2411730" cy="2011680"/>
          </a:xfrm>
          <a:prstGeom prst="roundRect">
            <a:avLst>
              <a:gd name="adj" fmla="val 2727"/>
            </a:avLst>
          </a:prstGeom>
          <a:solidFill>
            <a:srgbClr val="27306B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13123" y="2633472"/>
            <a:ext cx="512064" cy="51206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413123" y="2633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600450" y="3246120"/>
            <a:ext cx="2137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Calc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3600450" y="3703320"/>
            <a:ext cx="21374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users/items</a:t>
            </a:r>
            <a:endParaRPr lang="en-US" sz="1000" dirty="0"/>
          </a:p>
        </p:txBody>
      </p:sp>
      <p:pic>
        <p:nvPicPr>
          <p:cNvPr id="17" name="Image 1" descr="/home/claude/icons/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246120"/>
            <a:ext cx="274320" cy="27432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286500" y="2377440"/>
            <a:ext cx="2411730" cy="2011680"/>
          </a:xfrm>
          <a:prstGeom prst="roundRect">
            <a:avLst>
              <a:gd name="adj" fmla="val 2727"/>
            </a:avLst>
          </a:prstGeom>
          <a:solidFill>
            <a:srgbClr val="27306B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236333" y="2633472"/>
            <a:ext cx="512064" cy="51206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236333" y="2633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6423660" y="3246120"/>
            <a:ext cx="2137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6423660" y="3703320"/>
            <a:ext cx="21374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candidate titles</a:t>
            </a:r>
            <a:endParaRPr lang="en-US" sz="1000" dirty="0"/>
          </a:p>
        </p:txBody>
      </p:sp>
      <p:pic>
        <p:nvPicPr>
          <p:cNvPr id="23" name="Image 2" descr="/home/claude/icons/arrow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6810" y="3246120"/>
            <a:ext cx="274320" cy="27432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9109710" y="2377440"/>
            <a:ext cx="2411730" cy="2011680"/>
          </a:xfrm>
          <a:prstGeom prst="roundRect">
            <a:avLst>
              <a:gd name="adj" fmla="val 2727"/>
            </a:avLst>
          </a:prstGeom>
          <a:solidFill>
            <a:srgbClr val="27306B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0059543" y="2633472"/>
            <a:ext cx="512064" cy="51206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10059543" y="2633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9246870" y="3246120"/>
            <a:ext cx="2137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50" dirty="0"/>
          </a:p>
        </p:txBody>
      </p:sp>
      <p:sp>
        <p:nvSpPr>
          <p:cNvPr id="28" name="Text 23"/>
          <p:cNvSpPr txBox="1"/>
          <p:nvPr/>
        </p:nvSpPr>
        <p:spPr>
          <a:xfrm>
            <a:off x="9246870" y="3703320"/>
            <a:ext cx="21374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matches shown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640080" y="4709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runs start to finish for every new input, producing one result per pass.</a:t>
            </a:r>
            <a:endParaRPr lang="en-US" sz="1250" dirty="0"/>
          </a:p>
        </p:txBody>
      </p:sp>
      <p:sp>
        <p:nvSpPr>
          <p:cNvPr id="30" name="Text 2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 •  Artificial Intelligence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1828800"/>
            <a:ext cx="4572000" cy="457200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3" name="Shape 1"/>
          <p:cNvSpPr/>
          <p:nvPr/>
        </p:nvSpPr>
        <p:spPr>
          <a:xfrm>
            <a:off x="11002975" y="5029200"/>
            <a:ext cx="2926080" cy="292608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DEMO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Recommendation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881360" cy="4206240"/>
          </a:xfrm>
          <a:prstGeom prst="roundRect">
            <a:avLst>
              <a:gd name="adj" fmla="val 870"/>
            </a:avLst>
          </a:prstGeom>
          <a:solidFill>
            <a:srgbClr val="12172E"/>
          </a:solidFill>
          <a:ln w="12700">
            <a:solidFill>
              <a:srgbClr val="2730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011680"/>
            <a:ext cx="10332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FC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rated highly: Inception, Interstellar, The Dark Knight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FC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Generating recommendations...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FC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Shutter Island       (similarity: 0.91)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FC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The Prestige         (similarity: 0.88)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FC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Memento              (similarity: 0.85)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FC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Tenet                (similarity: 0.82)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FCF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Recommendations ready — based on genre &amp; rating similarity.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CodSoft  •  Artificial Intelligence Internship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1828800"/>
            <a:ext cx="4572000" cy="457200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3" name="Shape 1"/>
          <p:cNvSpPr/>
          <p:nvPr/>
        </p:nvSpPr>
        <p:spPr>
          <a:xfrm>
            <a:off x="11002975" y="5029200"/>
            <a:ext cx="2926080" cy="2926080"/>
          </a:xfrm>
          <a:prstGeom prst="ellipse">
            <a:avLst/>
          </a:prstGeom>
          <a:solidFill>
            <a:srgbClr val="2730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Learned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46304" cy="14630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1737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Strengthened fundamentals in rule-based logic, sequence models, and similarity-based recommenders.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146304" cy="14630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23317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combine computer vision and NLP components into a single working pipeline.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063240"/>
            <a:ext cx="146304" cy="14630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29260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Practiced structuring an ML project end-to-end: data prep, modeling, and evaluation.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146304" cy="14630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35204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confidence building and debugging three independent AI projects.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663440"/>
            <a:ext cx="3200400" cy="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846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you, CodSoft!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349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Tiwari  |  Artificial Intelligence Intern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2026-08-30T16:55:55Z</dcterms:created>
  <dcterms:modified xsi:type="dcterms:W3CDTF">2026-08-30T16:55:55Z</dcterms:modified>
</cp:coreProperties>
</file>